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9"/>
  </p:notesMasterIdLst>
  <p:sldIdLst>
    <p:sldId id="256" r:id="rId3"/>
    <p:sldId id="267" r:id="rId4"/>
    <p:sldId id="281" r:id="rId5"/>
    <p:sldId id="309" r:id="rId6"/>
    <p:sldId id="313" r:id="rId7"/>
    <p:sldId id="310" r:id="rId8"/>
    <p:sldId id="314" r:id="rId9"/>
    <p:sldId id="311" r:id="rId10"/>
    <p:sldId id="312" r:id="rId11"/>
    <p:sldId id="315" r:id="rId12"/>
    <p:sldId id="316" r:id="rId13"/>
    <p:sldId id="275" r:id="rId14"/>
    <p:sldId id="318" r:id="rId15"/>
    <p:sldId id="317" r:id="rId16"/>
    <p:sldId id="308" r:id="rId17"/>
    <p:sldId id="269" r:id="rId18"/>
  </p:sldIdLst>
  <p:sldSz cx="12192000" cy="6858000"/>
  <p:notesSz cx="6858000" cy="9144000"/>
  <p:embeddedFontLst>
    <p:embeddedFont>
      <p:font typeface="Lato Black" panose="020B0604020202020204" charset="0"/>
      <p:bold r:id="rId20"/>
      <p:boldItalic r:id="rId21"/>
    </p:embeddedFont>
    <p:embeddedFont>
      <p:font typeface="Lato" panose="020B060402020202020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Georgia" panose="02040502050405020303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85825" autoAdjust="0"/>
  </p:normalViewPr>
  <p:slideViewPr>
    <p:cSldViewPr snapToGrid="0">
      <p:cViewPr varScale="1">
        <p:scale>
          <a:sx n="108" d="100"/>
          <a:sy n="108" d="100"/>
        </p:scale>
        <p:origin x="46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02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4278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8865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082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141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1110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35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963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348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1911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443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Duy Thanh,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  <a:p>
            <a:pPr algn="ctr"/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Quang Phuc, Msc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Students understand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lifecycle states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UI with Fragment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Interact actions between Fragment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Fragment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 Life Cycle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Fragment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Fragment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671623" y="953953"/>
            <a:ext cx="11045456" cy="5087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Fragment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is an object representing a part of the user interface embedded in an Activity, allowing for interactive reception, has its own lifecycle, and performs information exchange with the Activity and other Fragments.</a:t>
            </a:r>
            <a:endParaRPr kumimoji="0" lang="en-US" sz="240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Some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attentions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when using Fragments: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801688" lvl="0" indent="-34925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Fragments also have their own layout, events and lifecycles 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  <a:sym typeface="Wingdings" panose="05000000000000000000" pitchFamily="2" charset="2"/>
              </a:rPr>
              <a:t>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</a:rPr>
              <a:t>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fragments can be added or removed while the Activity is open.</a:t>
            </a:r>
          </a:p>
          <a:p>
            <a:pPr marL="801688" lvl="0" indent="-34925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Can combine multiple Fragments in 1 Activity.</a:t>
            </a:r>
          </a:p>
          <a:p>
            <a:pPr marL="801688" lvl="0" indent="-34925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A Fragment can be used in many Activities.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30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9B6133-9460-4C42-B503-C14A5E66EA0E}"/>
              </a:ext>
            </a:extLst>
          </p:cNvPr>
          <p:cNvGrpSpPr/>
          <p:nvPr/>
        </p:nvGrpSpPr>
        <p:grpSpPr>
          <a:xfrm>
            <a:off x="1685261" y="1121189"/>
            <a:ext cx="9067800" cy="4876800"/>
            <a:chOff x="304800" y="1600200"/>
            <a:chExt cx="9067800" cy="48768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3A9D7B-1442-2848-A174-4481432592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6" r="81983" b="12951"/>
            <a:stretch/>
          </p:blipFill>
          <p:spPr>
            <a:xfrm>
              <a:off x="5105400" y="2165965"/>
              <a:ext cx="1524000" cy="380396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0299A0A-A7BB-A849-B5A6-866F886112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74" r="57635" b="12951"/>
            <a:stretch/>
          </p:blipFill>
          <p:spPr>
            <a:xfrm>
              <a:off x="7239000" y="2133600"/>
              <a:ext cx="1604210" cy="380396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3F4FD6C-BABB-DF49-AE64-0DD0B61ED8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39" b="12951"/>
            <a:stretch/>
          </p:blipFill>
          <p:spPr>
            <a:xfrm>
              <a:off x="304800" y="2133600"/>
              <a:ext cx="4267200" cy="387090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BF34CB-2366-894D-AFB1-FBF83D13C9D0}"/>
                </a:ext>
              </a:extLst>
            </p:cNvPr>
            <p:cNvSpPr/>
            <p:nvPr/>
          </p:nvSpPr>
          <p:spPr>
            <a:xfrm>
              <a:off x="359664" y="6019800"/>
              <a:ext cx="3983736" cy="457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A contains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Fragment A and Fragment B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71C6BA-7204-E34C-A32A-BBD57437D22A}"/>
                </a:ext>
              </a:extLst>
            </p:cNvPr>
            <p:cNvSpPr/>
            <p:nvPr/>
          </p:nvSpPr>
          <p:spPr>
            <a:xfrm>
              <a:off x="4419600" y="6019800"/>
              <a:ext cx="2676832" cy="457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A contains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Fragment A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200F8D-6F2E-0740-AE98-DABBD23058A3}"/>
                </a:ext>
              </a:extLst>
            </p:cNvPr>
            <p:cNvSpPr/>
            <p:nvPr/>
          </p:nvSpPr>
          <p:spPr>
            <a:xfrm>
              <a:off x="6695768" y="6019800"/>
              <a:ext cx="2676832" cy="457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B contains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Fragment B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C0D0EDB-EB0C-D343-A718-F716C1976168}"/>
                </a:ext>
              </a:extLst>
            </p:cNvPr>
            <p:cNvSpPr/>
            <p:nvPr/>
          </p:nvSpPr>
          <p:spPr>
            <a:xfrm>
              <a:off x="405581" y="1600200"/>
              <a:ext cx="3983736" cy="457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Selecting an item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updates Fragment B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91A5F5-8909-7E43-8774-DB494CEC3CCA}"/>
                </a:ext>
              </a:extLst>
            </p:cNvPr>
            <p:cNvSpPr/>
            <p:nvPr/>
          </p:nvSpPr>
          <p:spPr>
            <a:xfrm>
              <a:off x="4953000" y="1626528"/>
              <a:ext cx="3983736" cy="457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Selecting an item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starts Activity B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972862-37B7-3A48-9182-A46BCCDFF930}"/>
                </a:ext>
              </a:extLst>
            </p:cNvPr>
            <p:cNvCxnSpPr/>
            <p:nvPr/>
          </p:nvCxnSpPr>
          <p:spPr>
            <a:xfrm>
              <a:off x="1143000" y="1828800"/>
              <a:ext cx="0" cy="45720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BB1386-FA09-F348-8B55-421B0A0960F4}"/>
                </a:ext>
              </a:extLst>
            </p:cNvPr>
            <p:cNvCxnSpPr/>
            <p:nvPr/>
          </p:nvCxnSpPr>
          <p:spPr>
            <a:xfrm>
              <a:off x="3657600" y="1833005"/>
              <a:ext cx="0" cy="45720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1298A0-BE6D-6144-887F-6CE62575F4DF}"/>
                </a:ext>
              </a:extLst>
            </p:cNvPr>
            <p:cNvCxnSpPr/>
            <p:nvPr/>
          </p:nvCxnSpPr>
          <p:spPr>
            <a:xfrm>
              <a:off x="1143000" y="1828800"/>
              <a:ext cx="381000" cy="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510A26E-32B7-CA41-AFBC-7003A3B01A1B}"/>
                </a:ext>
              </a:extLst>
            </p:cNvPr>
            <p:cNvCxnSpPr/>
            <p:nvPr/>
          </p:nvCxnSpPr>
          <p:spPr>
            <a:xfrm>
              <a:off x="3276600" y="1828800"/>
              <a:ext cx="381000" cy="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343B24-CF64-BC49-801F-361903F2585C}"/>
                </a:ext>
              </a:extLst>
            </p:cNvPr>
            <p:cNvCxnSpPr/>
            <p:nvPr/>
          </p:nvCxnSpPr>
          <p:spPr>
            <a:xfrm>
              <a:off x="5715000" y="1850923"/>
              <a:ext cx="0" cy="45720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45C64C3-6D2D-4B42-A79B-7E59F10B2FCA}"/>
                </a:ext>
              </a:extLst>
            </p:cNvPr>
            <p:cNvCxnSpPr/>
            <p:nvPr/>
          </p:nvCxnSpPr>
          <p:spPr>
            <a:xfrm>
              <a:off x="8229600" y="1855128"/>
              <a:ext cx="0" cy="45720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4AABC3-4AB9-B743-8DCF-017F5311F1ED}"/>
                </a:ext>
              </a:extLst>
            </p:cNvPr>
            <p:cNvCxnSpPr/>
            <p:nvPr/>
          </p:nvCxnSpPr>
          <p:spPr>
            <a:xfrm>
              <a:off x="5715000" y="1850923"/>
              <a:ext cx="381000" cy="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F2FE0D4-E204-0F49-BC18-829820B5EF6D}"/>
                </a:ext>
              </a:extLst>
            </p:cNvPr>
            <p:cNvCxnSpPr/>
            <p:nvPr/>
          </p:nvCxnSpPr>
          <p:spPr>
            <a:xfrm>
              <a:off x="7848600" y="1850923"/>
              <a:ext cx="381000" cy="0"/>
            </a:xfrm>
            <a:prstGeom prst="line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8647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Fragment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Life Cycle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Terminator 4">
            <a:extLst>
              <a:ext uri="{FF2B5EF4-FFF2-40B4-BE49-F238E27FC236}">
                <a16:creationId xmlns:a16="http://schemas.microsoft.com/office/drawing/2014/main" id="{8D285E50-97B9-4342-9E34-3B49C00CD455}"/>
              </a:ext>
            </a:extLst>
          </p:cNvPr>
          <p:cNvSpPr/>
          <p:nvPr/>
        </p:nvSpPr>
        <p:spPr>
          <a:xfrm>
            <a:off x="3143693" y="1227689"/>
            <a:ext cx="1676401" cy="609600"/>
          </a:xfrm>
          <a:prstGeom prst="flowChartTerminator">
            <a:avLst/>
          </a:prstGeom>
          <a:solidFill>
            <a:srgbClr val="0F6FC6"/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onAttach()</a:t>
            </a:r>
          </a:p>
        </p:txBody>
      </p:sp>
      <p:sp>
        <p:nvSpPr>
          <p:cNvPr id="17" name="Terminator 5">
            <a:extLst>
              <a:ext uri="{FF2B5EF4-FFF2-40B4-BE49-F238E27FC236}">
                <a16:creationId xmlns:a16="http://schemas.microsoft.com/office/drawing/2014/main" id="{CD09226A-0A53-954C-BEF3-9CA3B0E80027}"/>
              </a:ext>
            </a:extLst>
          </p:cNvPr>
          <p:cNvSpPr/>
          <p:nvPr/>
        </p:nvSpPr>
        <p:spPr>
          <a:xfrm>
            <a:off x="8249094" y="3645195"/>
            <a:ext cx="1795813" cy="609600"/>
          </a:xfrm>
          <a:prstGeom prst="flowChartTerminator">
            <a:avLst/>
          </a:prstGeom>
          <a:solidFill>
            <a:srgbClr val="941651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onDetach()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279DD1C-448A-6945-B811-94F5D3AFD964}"/>
              </a:ext>
            </a:extLst>
          </p:cNvPr>
          <p:cNvSpPr/>
          <p:nvPr/>
        </p:nvSpPr>
        <p:spPr>
          <a:xfrm>
            <a:off x="3296093" y="2312924"/>
            <a:ext cx="14478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onCreate()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6C6D31A-30EA-1F4A-851D-A824AF7FB675}"/>
              </a:ext>
            </a:extLst>
          </p:cNvPr>
          <p:cNvSpPr/>
          <p:nvPr/>
        </p:nvSpPr>
        <p:spPr>
          <a:xfrm>
            <a:off x="3105593" y="3169559"/>
            <a:ext cx="18288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onCreateView()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FFC74F5-6AF8-E74A-A514-3D3ADAAE77C0}"/>
              </a:ext>
            </a:extLst>
          </p:cNvPr>
          <p:cNvSpPr/>
          <p:nvPr/>
        </p:nvSpPr>
        <p:spPr>
          <a:xfrm>
            <a:off x="2838893" y="4026195"/>
            <a:ext cx="23622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onActivityCreated()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C04FC7F-E216-8C4E-894C-EE6D3E6DEC5E}"/>
              </a:ext>
            </a:extLst>
          </p:cNvPr>
          <p:cNvSpPr/>
          <p:nvPr/>
        </p:nvSpPr>
        <p:spPr>
          <a:xfrm>
            <a:off x="8020494" y="1816395"/>
            <a:ext cx="2057387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onDestroyView()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B7B835-F100-6948-A4A0-7DD444E9CEFE}"/>
              </a:ext>
            </a:extLst>
          </p:cNvPr>
          <p:cNvSpPr/>
          <p:nvPr/>
        </p:nvSpPr>
        <p:spPr>
          <a:xfrm>
            <a:off x="8249094" y="2730795"/>
            <a:ext cx="1676397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onDestroy()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FC1438A-1CDF-B447-B156-FEB0FDBCE079}"/>
              </a:ext>
            </a:extLst>
          </p:cNvPr>
          <p:cNvSpPr/>
          <p:nvPr/>
        </p:nvSpPr>
        <p:spPr>
          <a:xfrm>
            <a:off x="5812934" y="1359195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onStart()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B868BA-6724-F941-9773-49A65461938D}"/>
              </a:ext>
            </a:extLst>
          </p:cNvPr>
          <p:cNvSpPr/>
          <p:nvPr/>
        </p:nvSpPr>
        <p:spPr>
          <a:xfrm>
            <a:off x="5810693" y="2273595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onResume()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01AE095-93C2-2445-B9FB-B26730F8F032}"/>
              </a:ext>
            </a:extLst>
          </p:cNvPr>
          <p:cNvSpPr/>
          <p:nvPr/>
        </p:nvSpPr>
        <p:spPr>
          <a:xfrm>
            <a:off x="5848793" y="3187995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onPause()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CA94F2B-3212-AD4F-9E63-67A3AD8D6C06}"/>
              </a:ext>
            </a:extLst>
          </p:cNvPr>
          <p:cNvSpPr/>
          <p:nvPr/>
        </p:nvSpPr>
        <p:spPr>
          <a:xfrm>
            <a:off x="5848793" y="4102395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onStop()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D990E3-BF38-4746-A0FD-C63453E2D253}"/>
              </a:ext>
            </a:extLst>
          </p:cNvPr>
          <p:cNvSpPr/>
          <p:nvPr/>
        </p:nvSpPr>
        <p:spPr>
          <a:xfrm>
            <a:off x="1543494" y="2387453"/>
            <a:ext cx="1397613" cy="1105342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 Callbacks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A2B544-B182-DC46-BF12-36F04BCE3D69}"/>
              </a:ext>
            </a:extLst>
          </p:cNvPr>
          <p:cNvSpPr/>
          <p:nvPr/>
        </p:nvSpPr>
        <p:spPr>
          <a:xfrm>
            <a:off x="1583975" y="5130653"/>
            <a:ext cx="1254919" cy="1105342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</a:t>
            </a: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A28BFE-CFF3-4F41-B88A-0C2B7A311A00}"/>
              </a:ext>
            </a:extLst>
          </p:cNvPr>
          <p:cNvCxnSpPr>
            <a:cxnSpLocks/>
          </p:cNvCxnSpPr>
          <p:nvPr/>
        </p:nvCxnSpPr>
        <p:spPr>
          <a:xfrm>
            <a:off x="3977129" y="1916323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0A8C18-8877-1444-A17F-25FF3CB2C9A9}"/>
              </a:ext>
            </a:extLst>
          </p:cNvPr>
          <p:cNvCxnSpPr>
            <a:cxnSpLocks/>
          </p:cNvCxnSpPr>
          <p:nvPr/>
        </p:nvCxnSpPr>
        <p:spPr>
          <a:xfrm>
            <a:off x="3977129" y="2753466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4F9D55-8795-1F45-85D1-6FFB331E4AEC}"/>
              </a:ext>
            </a:extLst>
          </p:cNvPr>
          <p:cNvCxnSpPr>
            <a:cxnSpLocks/>
          </p:cNvCxnSpPr>
          <p:nvPr/>
        </p:nvCxnSpPr>
        <p:spPr>
          <a:xfrm>
            <a:off x="3981893" y="3645196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3A3E13-DC02-104B-981D-9D132CCDC1E4}"/>
              </a:ext>
            </a:extLst>
          </p:cNvPr>
          <p:cNvCxnSpPr>
            <a:cxnSpLocks/>
          </p:cNvCxnSpPr>
          <p:nvPr/>
        </p:nvCxnSpPr>
        <p:spPr>
          <a:xfrm>
            <a:off x="6686993" y="1847823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8AF104-B8BE-EA40-A8B5-940000464767}"/>
              </a:ext>
            </a:extLst>
          </p:cNvPr>
          <p:cNvCxnSpPr>
            <a:cxnSpLocks/>
          </p:cNvCxnSpPr>
          <p:nvPr/>
        </p:nvCxnSpPr>
        <p:spPr>
          <a:xfrm>
            <a:off x="6691756" y="2758228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A406DE-1EEF-8745-80C0-D87C8A87EB20}"/>
              </a:ext>
            </a:extLst>
          </p:cNvPr>
          <p:cNvCxnSpPr>
            <a:cxnSpLocks/>
          </p:cNvCxnSpPr>
          <p:nvPr/>
        </p:nvCxnSpPr>
        <p:spPr>
          <a:xfrm>
            <a:off x="9087293" y="2273595"/>
            <a:ext cx="0" cy="381000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709BD3-6B5C-5F4E-B25F-51AD8DEC84F6}"/>
              </a:ext>
            </a:extLst>
          </p:cNvPr>
          <p:cNvCxnSpPr>
            <a:cxnSpLocks/>
          </p:cNvCxnSpPr>
          <p:nvPr/>
        </p:nvCxnSpPr>
        <p:spPr>
          <a:xfrm>
            <a:off x="9087293" y="3187995"/>
            <a:ext cx="0" cy="362564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FBF229-57BC-954F-89FE-6F5A369D9617}"/>
              </a:ext>
            </a:extLst>
          </p:cNvPr>
          <p:cNvCxnSpPr>
            <a:cxnSpLocks/>
          </p:cNvCxnSpPr>
          <p:nvPr/>
        </p:nvCxnSpPr>
        <p:spPr>
          <a:xfrm>
            <a:off x="6717772" y="3680361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DE3F27B-B273-1E4E-A20A-6051D6913E1C}"/>
              </a:ext>
            </a:extLst>
          </p:cNvPr>
          <p:cNvCxnSpPr>
            <a:cxnSpLocks/>
          </p:cNvCxnSpPr>
          <p:nvPr/>
        </p:nvCxnSpPr>
        <p:spPr>
          <a:xfrm>
            <a:off x="3977128" y="4483395"/>
            <a:ext cx="0" cy="2286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CCEB256-9DFE-4A4B-9AB0-270FA6251313}"/>
              </a:ext>
            </a:extLst>
          </p:cNvPr>
          <p:cNvCxnSpPr>
            <a:cxnSpLocks/>
          </p:cNvCxnSpPr>
          <p:nvPr/>
        </p:nvCxnSpPr>
        <p:spPr>
          <a:xfrm>
            <a:off x="3977129" y="4711995"/>
            <a:ext cx="1376365" cy="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EC74E5-47D0-B54B-8B76-4B37E3367945}"/>
              </a:ext>
            </a:extLst>
          </p:cNvPr>
          <p:cNvCxnSpPr>
            <a:cxnSpLocks/>
          </p:cNvCxnSpPr>
          <p:nvPr/>
        </p:nvCxnSpPr>
        <p:spPr>
          <a:xfrm>
            <a:off x="5348728" y="1130595"/>
            <a:ext cx="0" cy="35814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EF4C5C-4452-FD44-8E39-AAAFB8CB2EBD}"/>
              </a:ext>
            </a:extLst>
          </p:cNvPr>
          <p:cNvCxnSpPr>
            <a:cxnSpLocks/>
          </p:cNvCxnSpPr>
          <p:nvPr/>
        </p:nvCxnSpPr>
        <p:spPr>
          <a:xfrm>
            <a:off x="5351111" y="1130595"/>
            <a:ext cx="1376365" cy="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A02613-A6E1-C04D-B08E-F891EF4C037D}"/>
              </a:ext>
            </a:extLst>
          </p:cNvPr>
          <p:cNvCxnSpPr>
            <a:cxnSpLocks/>
          </p:cNvCxnSpPr>
          <p:nvPr/>
        </p:nvCxnSpPr>
        <p:spPr>
          <a:xfrm>
            <a:off x="6713006" y="1113389"/>
            <a:ext cx="0" cy="2286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2709DDF-A376-C349-8EB5-D8554ECCB9E5}"/>
              </a:ext>
            </a:extLst>
          </p:cNvPr>
          <p:cNvCxnSpPr>
            <a:cxnSpLocks/>
          </p:cNvCxnSpPr>
          <p:nvPr/>
        </p:nvCxnSpPr>
        <p:spPr>
          <a:xfrm>
            <a:off x="6725093" y="4562530"/>
            <a:ext cx="0" cy="2286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82C93D-BEB6-7C48-8AA9-71A55C133404}"/>
              </a:ext>
            </a:extLst>
          </p:cNvPr>
          <p:cNvCxnSpPr>
            <a:cxnSpLocks/>
          </p:cNvCxnSpPr>
          <p:nvPr/>
        </p:nvCxnSpPr>
        <p:spPr>
          <a:xfrm>
            <a:off x="6725093" y="4791130"/>
            <a:ext cx="990600" cy="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6D04E94-470E-274F-99B0-3FF357AE8061}"/>
              </a:ext>
            </a:extLst>
          </p:cNvPr>
          <p:cNvCxnSpPr>
            <a:cxnSpLocks/>
          </p:cNvCxnSpPr>
          <p:nvPr/>
        </p:nvCxnSpPr>
        <p:spPr>
          <a:xfrm>
            <a:off x="7715693" y="1209730"/>
            <a:ext cx="0" cy="35814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E79EE1-255E-D34F-80E9-4841B18E0DD5}"/>
              </a:ext>
            </a:extLst>
          </p:cNvPr>
          <p:cNvCxnSpPr>
            <a:cxnSpLocks/>
          </p:cNvCxnSpPr>
          <p:nvPr/>
        </p:nvCxnSpPr>
        <p:spPr>
          <a:xfrm>
            <a:off x="7715694" y="1209730"/>
            <a:ext cx="1376365" cy="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B5439D1-1221-594E-9D4F-25358CEBA053}"/>
              </a:ext>
            </a:extLst>
          </p:cNvPr>
          <p:cNvCxnSpPr>
            <a:cxnSpLocks/>
          </p:cNvCxnSpPr>
          <p:nvPr/>
        </p:nvCxnSpPr>
        <p:spPr>
          <a:xfrm>
            <a:off x="9087293" y="1206795"/>
            <a:ext cx="0" cy="609600"/>
          </a:xfrm>
          <a:prstGeom prst="line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D36847-3B87-5945-AFB1-7B748FB4D11D}"/>
              </a:ext>
            </a:extLst>
          </p:cNvPr>
          <p:cNvCxnSpPr>
            <a:cxnSpLocks/>
          </p:cNvCxnSpPr>
          <p:nvPr/>
        </p:nvCxnSpPr>
        <p:spPr>
          <a:xfrm>
            <a:off x="5277293" y="825795"/>
            <a:ext cx="0" cy="5715206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dash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E1F0C7-F54D-7A47-9103-77FA7E877963}"/>
              </a:ext>
            </a:extLst>
          </p:cNvPr>
          <p:cNvCxnSpPr>
            <a:cxnSpLocks/>
          </p:cNvCxnSpPr>
          <p:nvPr/>
        </p:nvCxnSpPr>
        <p:spPr>
          <a:xfrm>
            <a:off x="7868093" y="825795"/>
            <a:ext cx="0" cy="579120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dash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6D61310-3DEF-0D43-A1D5-B0B0CD43BF4B}"/>
              </a:ext>
            </a:extLst>
          </p:cNvPr>
          <p:cNvCxnSpPr>
            <a:cxnSpLocks/>
          </p:cNvCxnSpPr>
          <p:nvPr/>
        </p:nvCxnSpPr>
        <p:spPr>
          <a:xfrm>
            <a:off x="1543493" y="5126505"/>
            <a:ext cx="8915401" cy="4149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dash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4723D0C-28D4-8F44-92B0-1D004198C4A5}"/>
              </a:ext>
            </a:extLst>
          </p:cNvPr>
          <p:cNvSpPr/>
          <p:nvPr/>
        </p:nvSpPr>
        <p:spPr>
          <a:xfrm>
            <a:off x="5429694" y="5245395"/>
            <a:ext cx="976313" cy="309154"/>
          </a:xfrm>
          <a:prstGeom prst="rect">
            <a:avLst/>
          </a:prstGeom>
          <a:solidFill>
            <a:srgbClr val="10CF9B">
              <a:lumMod val="7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3B283A-8BC5-924D-B7B2-E470471EBC1B}"/>
              </a:ext>
            </a:extLst>
          </p:cNvPr>
          <p:cNvSpPr/>
          <p:nvPr/>
        </p:nvSpPr>
        <p:spPr>
          <a:xfrm>
            <a:off x="6625081" y="5550195"/>
            <a:ext cx="1166812" cy="305006"/>
          </a:xfrm>
          <a:prstGeom prst="rect">
            <a:avLst/>
          </a:prstGeom>
          <a:solidFill>
            <a:srgbClr val="10CF9B">
              <a:lumMod val="7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Resumed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E1A36A2-10F3-E444-92DE-B0F2E8645FF7}"/>
              </a:ext>
            </a:extLst>
          </p:cNvPr>
          <p:cNvSpPr/>
          <p:nvPr/>
        </p:nvSpPr>
        <p:spPr>
          <a:xfrm>
            <a:off x="5429695" y="5918183"/>
            <a:ext cx="976313" cy="309154"/>
          </a:xfrm>
          <a:prstGeom prst="rect">
            <a:avLst/>
          </a:prstGeom>
          <a:solidFill>
            <a:srgbClr val="10CF9B">
              <a:lumMod val="7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Paused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94921B-FF50-2D40-ACA8-B9EBC60C59B1}"/>
              </a:ext>
            </a:extLst>
          </p:cNvPr>
          <p:cNvSpPr/>
          <p:nvPr/>
        </p:nvSpPr>
        <p:spPr>
          <a:xfrm>
            <a:off x="6625081" y="6235995"/>
            <a:ext cx="1166812" cy="305006"/>
          </a:xfrm>
          <a:prstGeom prst="rect">
            <a:avLst/>
          </a:prstGeom>
          <a:solidFill>
            <a:srgbClr val="10CF9B">
              <a:lumMod val="7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Stopped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0B9DF02-2B8B-3C4F-AB65-4D2BDA50F624}"/>
              </a:ext>
            </a:extLst>
          </p:cNvPr>
          <p:cNvSpPr/>
          <p:nvPr/>
        </p:nvSpPr>
        <p:spPr>
          <a:xfrm>
            <a:off x="8555085" y="5626395"/>
            <a:ext cx="1370409" cy="29444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Destroyed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5161FC-F116-C54F-B427-C5625D18E075}"/>
              </a:ext>
            </a:extLst>
          </p:cNvPr>
          <p:cNvSpPr/>
          <p:nvPr/>
        </p:nvSpPr>
        <p:spPr>
          <a:xfrm>
            <a:off x="3600893" y="5626395"/>
            <a:ext cx="1166812" cy="305006"/>
          </a:xfrm>
          <a:prstGeom prst="rect">
            <a:avLst/>
          </a:prstGeom>
          <a:solidFill>
            <a:srgbClr val="006600"/>
          </a:solidFill>
          <a:ln w="19050" cap="flat" cmpd="sng" algn="ctr">
            <a:noFill/>
            <a:prstDash val="solid"/>
          </a:ln>
          <a:effectLst>
            <a:softEdge rad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Created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D5E0AF5-9F2A-0241-9606-E3EEFE5D3CFA}"/>
              </a:ext>
            </a:extLst>
          </p:cNvPr>
          <p:cNvCxnSpPr>
            <a:cxnSpLocks/>
            <a:stCxn id="50" idx="3"/>
            <a:endCxn id="51" idx="0"/>
          </p:cNvCxnSpPr>
          <p:nvPr/>
        </p:nvCxnSpPr>
        <p:spPr>
          <a:xfrm>
            <a:off x="6406007" y="5399973"/>
            <a:ext cx="802481" cy="150223"/>
          </a:xfrm>
          <a:prstGeom prst="straightConnector1">
            <a:avLst/>
          </a:prstGeom>
          <a:noFill/>
          <a:ln w="28575" cap="flat" cmpd="sng" algn="ctr">
            <a:solidFill>
              <a:srgbClr val="10CF9B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FB5F6CA-A9E4-5348-AADB-ECEB19760A2D}"/>
              </a:ext>
            </a:extLst>
          </p:cNvPr>
          <p:cNvCxnSpPr>
            <a:cxnSpLocks/>
            <a:stCxn id="51" idx="2"/>
            <a:endCxn id="52" idx="3"/>
          </p:cNvCxnSpPr>
          <p:nvPr/>
        </p:nvCxnSpPr>
        <p:spPr>
          <a:xfrm flipH="1">
            <a:off x="6406007" y="5855202"/>
            <a:ext cx="802480" cy="217559"/>
          </a:xfrm>
          <a:prstGeom prst="straightConnector1">
            <a:avLst/>
          </a:prstGeom>
          <a:noFill/>
          <a:ln w="28575" cap="flat" cmpd="sng" algn="ctr">
            <a:solidFill>
              <a:srgbClr val="10CF9B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32F02FE-A303-A543-9007-E358D5193F2C}"/>
              </a:ext>
            </a:extLst>
          </p:cNvPr>
          <p:cNvCxnSpPr>
            <a:cxnSpLocks/>
            <a:stCxn id="52" idx="2"/>
            <a:endCxn id="53" idx="1"/>
          </p:cNvCxnSpPr>
          <p:nvPr/>
        </p:nvCxnSpPr>
        <p:spPr>
          <a:xfrm>
            <a:off x="5917851" y="6227338"/>
            <a:ext cx="707230" cy="161161"/>
          </a:xfrm>
          <a:prstGeom prst="straightConnector1">
            <a:avLst/>
          </a:prstGeom>
          <a:noFill/>
          <a:ln w="28575" cap="flat" cmpd="sng" algn="ctr">
            <a:solidFill>
              <a:srgbClr val="10CF9B">
                <a:lumMod val="50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9303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Fragment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Life Cycle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9" name="Terminator 9">
            <a:extLst>
              <a:ext uri="{FF2B5EF4-FFF2-40B4-BE49-F238E27FC236}">
                <a16:creationId xmlns:a16="http://schemas.microsoft.com/office/drawing/2014/main" id="{EF8BBF7B-7BE8-1C45-A8A6-9CB10476A8D5}"/>
              </a:ext>
            </a:extLst>
          </p:cNvPr>
          <p:cNvSpPr/>
          <p:nvPr/>
        </p:nvSpPr>
        <p:spPr>
          <a:xfrm>
            <a:off x="6514700" y="2761861"/>
            <a:ext cx="1676400" cy="609600"/>
          </a:xfrm>
          <a:prstGeom prst="flowChartTerminator">
            <a:avLst/>
          </a:prstGeom>
          <a:solidFill>
            <a:srgbClr val="003300"/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 is actived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C687252-01C5-B842-85CB-8BB217ECD806}"/>
              </a:ext>
            </a:extLst>
          </p:cNvPr>
          <p:cNvSpPr/>
          <p:nvPr/>
        </p:nvSpPr>
        <p:spPr>
          <a:xfrm>
            <a:off x="6245760" y="892720"/>
            <a:ext cx="2247883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onActivityCreate()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FCCA29B-ED57-CB46-AEDC-52EC49D078A2}"/>
              </a:ext>
            </a:extLst>
          </p:cNvPr>
          <p:cNvSpPr/>
          <p:nvPr/>
        </p:nvSpPr>
        <p:spPr>
          <a:xfrm>
            <a:off x="6514700" y="1578520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onStart()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801DD2D-6B26-EC4E-ACA5-AC2F04DD436A}"/>
              </a:ext>
            </a:extLst>
          </p:cNvPr>
          <p:cNvSpPr/>
          <p:nvPr/>
        </p:nvSpPr>
        <p:spPr>
          <a:xfrm>
            <a:off x="6512459" y="2188120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onResume()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452087B-FC56-1643-A55D-5F1FC2692902}"/>
              </a:ext>
            </a:extLst>
          </p:cNvPr>
          <p:cNvSpPr/>
          <p:nvPr/>
        </p:nvSpPr>
        <p:spPr>
          <a:xfrm>
            <a:off x="6550559" y="4855120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onPause()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0EEB084-EBBC-BC45-B417-5800B17C6BBE}"/>
              </a:ext>
            </a:extLst>
          </p:cNvPr>
          <p:cNvSpPr/>
          <p:nvPr/>
        </p:nvSpPr>
        <p:spPr>
          <a:xfrm>
            <a:off x="6550559" y="5540920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onStop()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00A723E-ACE1-2344-A74F-66A7DEF5E461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7350658" y="1328282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D50A708-03CF-AE4F-AA73-E5230D8F7A2E}"/>
              </a:ext>
            </a:extLst>
          </p:cNvPr>
          <p:cNvCxnSpPr>
            <a:cxnSpLocks/>
          </p:cNvCxnSpPr>
          <p:nvPr/>
        </p:nvCxnSpPr>
        <p:spPr>
          <a:xfrm>
            <a:off x="7341689" y="1948701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1D64B29-74EE-CD4E-B4D3-FBAF75F3B9B0}"/>
              </a:ext>
            </a:extLst>
          </p:cNvPr>
          <p:cNvCxnSpPr>
            <a:cxnSpLocks/>
          </p:cNvCxnSpPr>
          <p:nvPr/>
        </p:nvCxnSpPr>
        <p:spPr>
          <a:xfrm>
            <a:off x="7341689" y="2540372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835C58A-0E74-C54B-9994-F355750BC656}"/>
              </a:ext>
            </a:extLst>
          </p:cNvPr>
          <p:cNvCxnSpPr>
            <a:cxnSpLocks/>
          </p:cNvCxnSpPr>
          <p:nvPr/>
        </p:nvCxnSpPr>
        <p:spPr>
          <a:xfrm>
            <a:off x="7045842" y="5263401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sp>
        <p:nvSpPr>
          <p:cNvPr id="69" name="Title 1">
            <a:extLst>
              <a:ext uri="{FF2B5EF4-FFF2-40B4-BE49-F238E27FC236}">
                <a16:creationId xmlns:a16="http://schemas.microsoft.com/office/drawing/2014/main" id="{C319A55B-2CBF-F847-9F55-D22245398C00}"/>
              </a:ext>
            </a:extLst>
          </p:cNvPr>
          <p:cNvSpPr txBox="1">
            <a:spLocks/>
          </p:cNvSpPr>
          <p:nvPr/>
        </p:nvSpPr>
        <p:spPr>
          <a:xfrm>
            <a:off x="3121538" y="866487"/>
            <a:ext cx="3735527" cy="78333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i="0" u="none" kern="120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Fragment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47D4697-5FF4-934A-8845-10C57B85E555}"/>
              </a:ext>
            </a:extLst>
          </p:cNvPr>
          <p:cNvCxnSpPr>
            <a:cxnSpLocks/>
          </p:cNvCxnSpPr>
          <p:nvPr/>
        </p:nvCxnSpPr>
        <p:spPr>
          <a:xfrm>
            <a:off x="4174629" y="2280629"/>
            <a:ext cx="1" cy="307735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sp>
        <p:nvSpPr>
          <p:cNvPr id="71" name="Terminator 58">
            <a:extLst>
              <a:ext uri="{FF2B5EF4-FFF2-40B4-BE49-F238E27FC236}">
                <a16:creationId xmlns:a16="http://schemas.microsoft.com/office/drawing/2014/main" id="{90659559-3868-474E-A167-5418B004ABCB}"/>
              </a:ext>
            </a:extLst>
          </p:cNvPr>
          <p:cNvSpPr/>
          <p:nvPr/>
        </p:nvSpPr>
        <p:spPr>
          <a:xfrm>
            <a:off x="3312043" y="1649824"/>
            <a:ext cx="1734979" cy="564830"/>
          </a:xfrm>
          <a:prstGeom prst="flowChartTerminator">
            <a:avLst/>
          </a:prstGeom>
          <a:solidFill>
            <a:srgbClr val="0F6FC6"/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 is added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DFDFB05-3B08-2E41-B317-B868533E9235}"/>
              </a:ext>
            </a:extLst>
          </p:cNvPr>
          <p:cNvSpPr/>
          <p:nvPr/>
        </p:nvSpPr>
        <p:spPr>
          <a:xfrm>
            <a:off x="3345395" y="3183481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onCreate()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4CDCCF55-C9EC-2E4B-8B28-8124E82F7B24}"/>
              </a:ext>
            </a:extLst>
          </p:cNvPr>
          <p:cNvSpPr/>
          <p:nvPr/>
        </p:nvSpPr>
        <p:spPr>
          <a:xfrm>
            <a:off x="3088594" y="3793081"/>
            <a:ext cx="2126205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onCreateView()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0235964-9469-534C-A1DC-38E90281FAFA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4181353" y="2933243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C0CC6C71-6080-AD48-9344-B1F3157EDD0B}"/>
              </a:ext>
            </a:extLst>
          </p:cNvPr>
          <p:cNvSpPr/>
          <p:nvPr/>
        </p:nvSpPr>
        <p:spPr>
          <a:xfrm>
            <a:off x="3329696" y="2541839"/>
            <a:ext cx="1676400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onAttach()</a:t>
            </a:r>
          </a:p>
        </p:txBody>
      </p:sp>
      <p:sp>
        <p:nvSpPr>
          <p:cNvPr id="76" name="Terminator 63">
            <a:extLst>
              <a:ext uri="{FF2B5EF4-FFF2-40B4-BE49-F238E27FC236}">
                <a16:creationId xmlns:a16="http://schemas.microsoft.com/office/drawing/2014/main" id="{7A77FB05-83E4-8340-97A0-8B07F3FE76F2}"/>
              </a:ext>
            </a:extLst>
          </p:cNvPr>
          <p:cNvSpPr/>
          <p:nvPr/>
        </p:nvSpPr>
        <p:spPr>
          <a:xfrm>
            <a:off x="9179443" y="4474120"/>
            <a:ext cx="1795813" cy="609600"/>
          </a:xfrm>
          <a:prstGeom prst="flowChartTerminator">
            <a:avLst/>
          </a:prstGeom>
          <a:solidFill>
            <a:srgbClr val="941651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 is destroyed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07FE2AD2-EEF5-9F40-BB09-25DA4A41B214}"/>
              </a:ext>
            </a:extLst>
          </p:cNvPr>
          <p:cNvSpPr/>
          <p:nvPr/>
        </p:nvSpPr>
        <p:spPr>
          <a:xfrm>
            <a:off x="8874643" y="1959520"/>
            <a:ext cx="2386809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onDestroyView()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6CF5FDD-87D4-9241-A9B9-B93A68E7D486}"/>
              </a:ext>
            </a:extLst>
          </p:cNvPr>
          <p:cNvSpPr/>
          <p:nvPr/>
        </p:nvSpPr>
        <p:spPr>
          <a:xfrm>
            <a:off x="9255643" y="2873920"/>
            <a:ext cx="1676397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onDestroy()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5B409C2-1764-6542-9CB6-AA7CDDE0963D}"/>
              </a:ext>
            </a:extLst>
          </p:cNvPr>
          <p:cNvCxnSpPr>
            <a:cxnSpLocks/>
          </p:cNvCxnSpPr>
          <p:nvPr/>
        </p:nvCxnSpPr>
        <p:spPr>
          <a:xfrm>
            <a:off x="9636642" y="2397863"/>
            <a:ext cx="0" cy="381000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7F23035-2A09-B442-9284-7830E36B0296}"/>
              </a:ext>
            </a:extLst>
          </p:cNvPr>
          <p:cNvCxnSpPr>
            <a:cxnSpLocks/>
          </p:cNvCxnSpPr>
          <p:nvPr/>
        </p:nvCxnSpPr>
        <p:spPr>
          <a:xfrm>
            <a:off x="10093842" y="3273356"/>
            <a:ext cx="0" cy="362564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29927A9-BFF4-9947-88CB-04DDE2539FCE}"/>
              </a:ext>
            </a:extLst>
          </p:cNvPr>
          <p:cNvCxnSpPr>
            <a:cxnSpLocks/>
          </p:cNvCxnSpPr>
          <p:nvPr/>
        </p:nvCxnSpPr>
        <p:spPr>
          <a:xfrm>
            <a:off x="9612829" y="1649823"/>
            <a:ext cx="0" cy="319222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2342FCF-B133-A54D-A53F-A483B10B1581}"/>
              </a:ext>
            </a:extLst>
          </p:cNvPr>
          <p:cNvSpPr/>
          <p:nvPr/>
        </p:nvSpPr>
        <p:spPr>
          <a:xfrm>
            <a:off x="9255643" y="3693684"/>
            <a:ext cx="1676397" cy="381000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onDetach()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9406BED-CD61-9D41-83FD-178902766B66}"/>
              </a:ext>
            </a:extLst>
          </p:cNvPr>
          <p:cNvCxnSpPr>
            <a:cxnSpLocks/>
          </p:cNvCxnSpPr>
          <p:nvPr/>
        </p:nvCxnSpPr>
        <p:spPr>
          <a:xfrm>
            <a:off x="10093840" y="4074684"/>
            <a:ext cx="0" cy="362564"/>
          </a:xfrm>
          <a:prstGeom prst="straightConnector1">
            <a:avLst/>
          </a:prstGeom>
          <a:noFill/>
          <a:ln w="28575" cap="flat" cmpd="sng" algn="ctr">
            <a:solidFill>
              <a:srgbClr val="009DD9">
                <a:lumMod val="5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A2A18AC-C324-C142-A3E0-18B3C70B59B6}"/>
              </a:ext>
            </a:extLst>
          </p:cNvPr>
          <p:cNvCxnSpPr>
            <a:cxnSpLocks/>
          </p:cNvCxnSpPr>
          <p:nvPr/>
        </p:nvCxnSpPr>
        <p:spPr>
          <a:xfrm>
            <a:off x="10474830" y="2645320"/>
            <a:ext cx="838213" cy="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A015796-2EBC-7C40-A2DF-3C4524C0721F}"/>
              </a:ext>
            </a:extLst>
          </p:cNvPr>
          <p:cNvCxnSpPr>
            <a:cxnSpLocks/>
          </p:cNvCxnSpPr>
          <p:nvPr/>
        </p:nvCxnSpPr>
        <p:spPr>
          <a:xfrm flipV="1">
            <a:off x="10474842" y="2408876"/>
            <a:ext cx="0" cy="236444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DB1D656-7D6C-034C-A847-71A3AA138798}"/>
              </a:ext>
            </a:extLst>
          </p:cNvPr>
          <p:cNvSpPr txBox="1"/>
          <p:nvPr/>
        </p:nvSpPr>
        <p:spPr>
          <a:xfrm>
            <a:off x="5369442" y="3549302"/>
            <a:ext cx="18716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1600" i="1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User navigates backward or fragment is removed/replaced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C794298-A0DA-6F4F-B606-E84522FEA667}"/>
              </a:ext>
            </a:extLst>
          </p:cNvPr>
          <p:cNvSpPr txBox="1"/>
          <p:nvPr/>
        </p:nvSpPr>
        <p:spPr>
          <a:xfrm>
            <a:off x="7198242" y="3549302"/>
            <a:ext cx="18716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1600" i="1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The fragment is added to the back stack, then removed/replaced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700B6EF-7419-1146-AD2A-58754B4933B1}"/>
              </a:ext>
            </a:extLst>
          </p:cNvPr>
          <p:cNvCxnSpPr>
            <a:cxnSpLocks/>
          </p:cNvCxnSpPr>
          <p:nvPr/>
        </p:nvCxnSpPr>
        <p:spPr>
          <a:xfrm>
            <a:off x="6245759" y="4583011"/>
            <a:ext cx="0" cy="9795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464509F-E47F-5645-9930-BCA5B3F54943}"/>
              </a:ext>
            </a:extLst>
          </p:cNvPr>
          <p:cNvCxnSpPr>
            <a:cxnSpLocks/>
          </p:cNvCxnSpPr>
          <p:nvPr/>
        </p:nvCxnSpPr>
        <p:spPr>
          <a:xfrm flipH="1" flipV="1">
            <a:off x="6245760" y="3560105"/>
            <a:ext cx="800082" cy="4377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B13B1A7-F00C-8941-B7AA-D5CC6E4B5A0A}"/>
              </a:ext>
            </a:extLst>
          </p:cNvPr>
          <p:cNvCxnSpPr>
            <a:cxnSpLocks/>
          </p:cNvCxnSpPr>
          <p:nvPr/>
        </p:nvCxnSpPr>
        <p:spPr>
          <a:xfrm flipH="1" flipV="1">
            <a:off x="7707847" y="3568072"/>
            <a:ext cx="800082" cy="4377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BD73C7B-B6D9-8743-A7A4-00297D50FA77}"/>
              </a:ext>
            </a:extLst>
          </p:cNvPr>
          <p:cNvCxnSpPr>
            <a:cxnSpLocks/>
          </p:cNvCxnSpPr>
          <p:nvPr/>
        </p:nvCxnSpPr>
        <p:spPr>
          <a:xfrm>
            <a:off x="7045842" y="3371461"/>
            <a:ext cx="0" cy="19661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F708CEC-F5F0-4D4E-9667-FDAD4C0E10F4}"/>
              </a:ext>
            </a:extLst>
          </p:cNvPr>
          <p:cNvCxnSpPr>
            <a:cxnSpLocks/>
          </p:cNvCxnSpPr>
          <p:nvPr/>
        </p:nvCxnSpPr>
        <p:spPr>
          <a:xfrm>
            <a:off x="7707847" y="3388191"/>
            <a:ext cx="0" cy="179881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2F38CA8-B8F1-D440-9A4A-3579C9ED70FF}"/>
              </a:ext>
            </a:extLst>
          </p:cNvPr>
          <p:cNvCxnSpPr>
            <a:cxnSpLocks/>
          </p:cNvCxnSpPr>
          <p:nvPr/>
        </p:nvCxnSpPr>
        <p:spPr>
          <a:xfrm>
            <a:off x="6245759" y="3568071"/>
            <a:ext cx="0" cy="9144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305229D-F771-EF4D-862D-C36288F1B395}"/>
              </a:ext>
            </a:extLst>
          </p:cNvPr>
          <p:cNvCxnSpPr>
            <a:cxnSpLocks/>
          </p:cNvCxnSpPr>
          <p:nvPr/>
        </p:nvCxnSpPr>
        <p:spPr>
          <a:xfrm>
            <a:off x="8493642" y="3572186"/>
            <a:ext cx="0" cy="6373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6E3E33C-89A8-774C-9BA7-16345691E4BD}"/>
              </a:ext>
            </a:extLst>
          </p:cNvPr>
          <p:cNvCxnSpPr>
            <a:cxnSpLocks/>
          </p:cNvCxnSpPr>
          <p:nvPr/>
        </p:nvCxnSpPr>
        <p:spPr>
          <a:xfrm>
            <a:off x="8479371" y="4583011"/>
            <a:ext cx="0" cy="9795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5E26D53-C40A-1140-BA2C-2F04D3735763}"/>
              </a:ext>
            </a:extLst>
          </p:cNvPr>
          <p:cNvCxnSpPr>
            <a:cxnSpLocks/>
          </p:cNvCxnSpPr>
          <p:nvPr/>
        </p:nvCxnSpPr>
        <p:spPr>
          <a:xfrm flipH="1">
            <a:off x="6245760" y="4680965"/>
            <a:ext cx="800082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2A0CE3E-4A61-EF4F-8542-45F6CD17704A}"/>
              </a:ext>
            </a:extLst>
          </p:cNvPr>
          <p:cNvCxnSpPr>
            <a:cxnSpLocks/>
          </p:cNvCxnSpPr>
          <p:nvPr/>
        </p:nvCxnSpPr>
        <p:spPr>
          <a:xfrm flipH="1">
            <a:off x="7679289" y="4687785"/>
            <a:ext cx="800082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35FF657-05C3-234F-AEDC-2717B3158600}"/>
              </a:ext>
            </a:extLst>
          </p:cNvPr>
          <p:cNvCxnSpPr>
            <a:cxnSpLocks/>
          </p:cNvCxnSpPr>
          <p:nvPr/>
        </p:nvCxnSpPr>
        <p:spPr>
          <a:xfrm>
            <a:off x="7707847" y="5263401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1317E24-085A-BE41-85DD-ED7479238345}"/>
              </a:ext>
            </a:extLst>
          </p:cNvPr>
          <p:cNvCxnSpPr>
            <a:cxnSpLocks/>
          </p:cNvCxnSpPr>
          <p:nvPr/>
        </p:nvCxnSpPr>
        <p:spPr>
          <a:xfrm>
            <a:off x="7029312" y="4695252"/>
            <a:ext cx="2242" cy="13716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1AA4FF8-EAA5-494F-A169-F97023466CF8}"/>
              </a:ext>
            </a:extLst>
          </p:cNvPr>
          <p:cNvCxnSpPr>
            <a:cxnSpLocks/>
          </p:cNvCxnSpPr>
          <p:nvPr/>
        </p:nvCxnSpPr>
        <p:spPr>
          <a:xfrm>
            <a:off x="7667556" y="4695252"/>
            <a:ext cx="2242" cy="13716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1233733-C86F-274C-940F-246D951D7AB8}"/>
              </a:ext>
            </a:extLst>
          </p:cNvPr>
          <p:cNvCxnSpPr>
            <a:cxnSpLocks/>
          </p:cNvCxnSpPr>
          <p:nvPr/>
        </p:nvCxnSpPr>
        <p:spPr>
          <a:xfrm>
            <a:off x="7029312" y="5949201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98CE534-9312-FD48-896F-7312882F21AD}"/>
              </a:ext>
            </a:extLst>
          </p:cNvPr>
          <p:cNvCxnSpPr>
            <a:cxnSpLocks/>
          </p:cNvCxnSpPr>
          <p:nvPr/>
        </p:nvCxnSpPr>
        <p:spPr>
          <a:xfrm>
            <a:off x="7707847" y="5949201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AD32CD-4A11-CF4F-874F-25AEF32DE5F3}"/>
              </a:ext>
            </a:extLst>
          </p:cNvPr>
          <p:cNvCxnSpPr>
            <a:cxnSpLocks/>
          </p:cNvCxnSpPr>
          <p:nvPr/>
        </p:nvCxnSpPr>
        <p:spPr>
          <a:xfrm>
            <a:off x="10451016" y="1649824"/>
            <a:ext cx="0" cy="309697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77F91F9-B482-F745-9946-CD8B97C4F39C}"/>
              </a:ext>
            </a:extLst>
          </p:cNvPr>
          <p:cNvCxnSpPr>
            <a:cxnSpLocks/>
          </p:cNvCxnSpPr>
          <p:nvPr/>
        </p:nvCxnSpPr>
        <p:spPr>
          <a:xfrm>
            <a:off x="4181353" y="3561893"/>
            <a:ext cx="2242" cy="250238"/>
          </a:xfrm>
          <a:prstGeom prst="straightConnector1">
            <a:avLst/>
          </a:prstGeom>
          <a:noFill/>
          <a:ln w="28575" cap="flat" cmpd="sng" algn="ctr">
            <a:solidFill>
              <a:srgbClr val="0F6FC6"/>
            </a:solidFill>
            <a:prstDash val="solid"/>
            <a:tailEnd type="triangle"/>
          </a:ln>
          <a:effectLst/>
        </p:spPr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46F5915-FFA2-9644-9840-0DE1F19E24FB}"/>
              </a:ext>
            </a:extLst>
          </p:cNvPr>
          <p:cNvCxnSpPr>
            <a:cxnSpLocks/>
          </p:cNvCxnSpPr>
          <p:nvPr/>
        </p:nvCxnSpPr>
        <p:spPr>
          <a:xfrm>
            <a:off x="4208808" y="4437248"/>
            <a:ext cx="1160634" cy="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504371C-64EF-0047-9ABA-5E08B3F82DEC}"/>
              </a:ext>
            </a:extLst>
          </p:cNvPr>
          <p:cNvCxnSpPr>
            <a:cxnSpLocks/>
          </p:cNvCxnSpPr>
          <p:nvPr/>
        </p:nvCxnSpPr>
        <p:spPr>
          <a:xfrm flipV="1">
            <a:off x="4208821" y="4200804"/>
            <a:ext cx="0" cy="236444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87AA516-6A55-BD47-8628-85EC7DD730A6}"/>
              </a:ext>
            </a:extLst>
          </p:cNvPr>
          <p:cNvCxnSpPr>
            <a:cxnSpLocks/>
          </p:cNvCxnSpPr>
          <p:nvPr/>
        </p:nvCxnSpPr>
        <p:spPr>
          <a:xfrm flipV="1">
            <a:off x="5369442" y="1121320"/>
            <a:ext cx="0" cy="329946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F9AD236-FF02-314D-9DA5-9A04B3B69080}"/>
              </a:ext>
            </a:extLst>
          </p:cNvPr>
          <p:cNvCxnSpPr>
            <a:cxnSpLocks/>
          </p:cNvCxnSpPr>
          <p:nvPr/>
        </p:nvCxnSpPr>
        <p:spPr>
          <a:xfrm>
            <a:off x="5369442" y="1089210"/>
            <a:ext cx="775714" cy="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695CB0-DCA3-0B41-B1E7-45A3252C1512}"/>
              </a:ext>
            </a:extLst>
          </p:cNvPr>
          <p:cNvCxnSpPr>
            <a:cxnSpLocks/>
          </p:cNvCxnSpPr>
          <p:nvPr/>
        </p:nvCxnSpPr>
        <p:spPr>
          <a:xfrm flipV="1">
            <a:off x="11313042" y="2652828"/>
            <a:ext cx="0" cy="3878692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D07D1B6-5F7C-7847-B86B-5B0FFB87F753}"/>
              </a:ext>
            </a:extLst>
          </p:cNvPr>
          <p:cNvCxnSpPr>
            <a:cxnSpLocks/>
          </p:cNvCxnSpPr>
          <p:nvPr/>
        </p:nvCxnSpPr>
        <p:spPr>
          <a:xfrm>
            <a:off x="3693042" y="6517232"/>
            <a:ext cx="7620000" cy="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727F476-93A3-ED41-9504-91536CC1FF11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3693046" y="5590420"/>
            <a:ext cx="3695" cy="94110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DE20C03-36F4-7A45-BBBE-7542F2123CA4}"/>
              </a:ext>
            </a:extLst>
          </p:cNvPr>
          <p:cNvCxnSpPr>
            <a:cxnSpLocks/>
            <a:stCxn id="115" idx="0"/>
          </p:cNvCxnSpPr>
          <p:nvPr/>
        </p:nvCxnSpPr>
        <p:spPr>
          <a:xfrm flipH="1" flipV="1">
            <a:off x="3688184" y="4174083"/>
            <a:ext cx="8556" cy="585340"/>
          </a:xfrm>
          <a:prstGeom prst="line">
            <a:avLst/>
          </a:prstGeom>
          <a:noFill/>
          <a:ln w="28575" cap="flat" cmpd="sng" algn="ctr">
            <a:solidFill>
              <a:srgbClr val="0F6FC6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E18D77C-A393-0849-9837-0DE64F7C0B0B}"/>
              </a:ext>
            </a:extLst>
          </p:cNvPr>
          <p:cNvSpPr txBox="1"/>
          <p:nvPr/>
        </p:nvSpPr>
        <p:spPr>
          <a:xfrm>
            <a:off x="2633638" y="4759424"/>
            <a:ext cx="2126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1600" i="1" kern="1200">
                <a:solidFill>
                  <a:srgbClr val="FF0000"/>
                </a:solidFill>
                <a:latin typeface="Georgia"/>
                <a:ea typeface="+mn-ea"/>
                <a:cs typeface="+mn-cs"/>
              </a:rPr>
              <a:t>The fragment returns to the layout from back stack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D1EC594-A87E-654A-93B6-F2EF2D133E7C}"/>
              </a:ext>
            </a:extLst>
          </p:cNvPr>
          <p:cNvCxnSpPr>
            <a:cxnSpLocks/>
          </p:cNvCxnSpPr>
          <p:nvPr/>
        </p:nvCxnSpPr>
        <p:spPr>
          <a:xfrm>
            <a:off x="6969642" y="6199439"/>
            <a:ext cx="2133600" cy="10518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</a:ln>
          <a:effectLst/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AAAE620-C5C6-AC48-91B4-7D489704A7D2}"/>
              </a:ext>
            </a:extLst>
          </p:cNvPr>
          <p:cNvCxnSpPr>
            <a:cxnSpLocks/>
          </p:cNvCxnSpPr>
          <p:nvPr/>
        </p:nvCxnSpPr>
        <p:spPr>
          <a:xfrm>
            <a:off x="8507929" y="1578521"/>
            <a:ext cx="1966900" cy="1908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8222CDE-AA0B-3D40-8569-A32DF72F4AB0}"/>
              </a:ext>
            </a:extLst>
          </p:cNvPr>
          <p:cNvCxnSpPr>
            <a:cxnSpLocks/>
          </p:cNvCxnSpPr>
          <p:nvPr/>
        </p:nvCxnSpPr>
        <p:spPr>
          <a:xfrm flipV="1">
            <a:off x="9103242" y="2933243"/>
            <a:ext cx="0" cy="327671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34F50DE-4C3A-6940-9574-D21ECDE1387B}"/>
              </a:ext>
            </a:extLst>
          </p:cNvPr>
          <p:cNvCxnSpPr>
            <a:cxnSpLocks/>
          </p:cNvCxnSpPr>
          <p:nvPr/>
        </p:nvCxnSpPr>
        <p:spPr>
          <a:xfrm>
            <a:off x="8507930" y="2941046"/>
            <a:ext cx="595313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DE5E509-547C-A248-BCDA-12CC1C46008C}"/>
              </a:ext>
            </a:extLst>
          </p:cNvPr>
          <p:cNvCxnSpPr>
            <a:cxnSpLocks/>
          </p:cNvCxnSpPr>
          <p:nvPr/>
        </p:nvCxnSpPr>
        <p:spPr>
          <a:xfrm flipV="1">
            <a:off x="8507929" y="1630734"/>
            <a:ext cx="0" cy="1310312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296515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Building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8A4919-1DA7-4646-B548-573533ED0ED3}"/>
              </a:ext>
            </a:extLst>
          </p:cNvPr>
          <p:cNvSpPr txBox="1">
            <a:spLocks/>
          </p:cNvSpPr>
          <p:nvPr/>
        </p:nvSpPr>
        <p:spPr>
          <a:xfrm>
            <a:off x="728131" y="992939"/>
            <a:ext cx="11215775" cy="2343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Step 1: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Create a class that inherits from the Fragment class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Step 2: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Override the </a:t>
            </a: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onCreateView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() 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method to load the interface for the Fragment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A1A48-8038-8A45-81D0-5EF679DEDDB6}"/>
              </a:ext>
            </a:extLst>
          </p:cNvPr>
          <p:cNvSpPr/>
          <p:nvPr/>
        </p:nvSpPr>
        <p:spPr>
          <a:xfrm>
            <a:off x="2586231" y="2633948"/>
            <a:ext cx="8106578" cy="272183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MyFragment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@Override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onCreateView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@NonNull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LayoutInflater inflater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		                         @Nullable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ViewGroup container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@Nullable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Bundle savedInstanceState)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return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inflater.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inflate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(R.layout.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fragment_layout_1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container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false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753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8A4919-1DA7-4646-B548-573533ED0ED3}"/>
              </a:ext>
            </a:extLst>
          </p:cNvPr>
          <p:cNvSpPr txBox="1">
            <a:spLocks/>
          </p:cNvSpPr>
          <p:nvPr/>
        </p:nvSpPr>
        <p:spPr>
          <a:xfrm>
            <a:off x="528206" y="990600"/>
            <a:ext cx="11401523" cy="2343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Method 1: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Make a Fragment reference from the Activity's XML interface.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Method 2: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Embed Fragment into Activity through </a:t>
            </a: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FragmentManager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object from 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</a:rPr>
              <a:t>Java code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83095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8A4919-1DA7-4646-B548-573533ED0ED3}"/>
              </a:ext>
            </a:extLst>
          </p:cNvPr>
          <p:cNvSpPr txBox="1">
            <a:spLocks/>
          </p:cNvSpPr>
          <p:nvPr/>
        </p:nvSpPr>
        <p:spPr>
          <a:xfrm>
            <a:off x="528206" y="990600"/>
            <a:ext cx="11401523" cy="2343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Method 1: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Make a Fragment reference from the Activity's XML interface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</a:rPr>
              <a:t>.</a:t>
            </a:r>
            <a:endParaRPr lang="en-US" sz="2400" i="1" dirty="0">
              <a:solidFill>
                <a:sysClr val="windowText" lastClr="000000"/>
              </a:solidFill>
              <a:latin typeface="Georgi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4E9049-0F14-9148-9B43-A4A0157A4285}"/>
              </a:ext>
            </a:extLst>
          </p:cNvPr>
          <p:cNvSpPr/>
          <p:nvPr/>
        </p:nvSpPr>
        <p:spPr>
          <a:xfrm>
            <a:off x="2307265" y="1908038"/>
            <a:ext cx="7869936" cy="2389437"/>
          </a:xfrm>
          <a:prstGeom prst="rect">
            <a:avLst/>
          </a:prstGeom>
          <a:solidFill>
            <a:sysClr val="windowText" lastClr="00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&lt;fragment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:id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="@+id/fragment1"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A7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com.example.fragmentdemo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A5C249">
                    <a:lumMod val="40000"/>
                    <a:lumOff val="60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MyFragment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:layout_width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match_parent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:layout_height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wrap_content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:layout_marginTop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="10dp"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tools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:layout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="@layout/fragment_layout_1"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ED5738-9EAE-F94C-8895-C0189B8D9989}"/>
              </a:ext>
            </a:extLst>
          </p:cNvPr>
          <p:cNvSpPr/>
          <p:nvPr/>
        </p:nvSpPr>
        <p:spPr>
          <a:xfrm>
            <a:off x="2459665" y="2262962"/>
            <a:ext cx="7620000" cy="685800"/>
          </a:xfrm>
          <a:prstGeom prst="roundRect">
            <a:avLst/>
          </a:prstGeom>
          <a:noFill/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19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Fragment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8A4919-1DA7-4646-B548-573533ED0ED3}"/>
              </a:ext>
            </a:extLst>
          </p:cNvPr>
          <p:cNvSpPr txBox="1">
            <a:spLocks/>
          </p:cNvSpPr>
          <p:nvPr/>
        </p:nvSpPr>
        <p:spPr>
          <a:xfrm>
            <a:off x="528206" y="990600"/>
            <a:ext cx="11401523" cy="2343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ysClr val="windowText" lastClr="000000"/>
                </a:solidFill>
                <a:latin typeface="Georgia"/>
              </a:rPr>
              <a:t>Method </a:t>
            </a:r>
            <a:r>
              <a:rPr lang="en-US" sz="2400" b="1" i="1" dirty="0">
                <a:solidFill>
                  <a:sysClr val="windowText" lastClr="000000"/>
                </a:solidFill>
                <a:latin typeface="Georgia"/>
              </a:rPr>
              <a:t>2: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Embed Fragment into Activity through </a:t>
            </a:r>
            <a:r>
              <a:rPr lang="en-US" sz="2400" b="1" i="1" dirty="0" err="1">
                <a:solidFill>
                  <a:sysClr val="windowText" lastClr="000000"/>
                </a:solidFill>
                <a:latin typeface="Georgia"/>
              </a:rPr>
              <a:t>FragmentManager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 object from </a:t>
            </a:r>
            <a:r>
              <a:rPr lang="en-US" sz="2400" i="1" dirty="0" smtClean="0">
                <a:solidFill>
                  <a:sysClr val="windowText" lastClr="000000"/>
                </a:solidFill>
                <a:latin typeface="Georgia"/>
              </a:rPr>
              <a:t>Java Code</a:t>
            </a:r>
            <a:r>
              <a:rPr lang="en-US" sz="2400" i="1" dirty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EB640D-1A5C-5641-93EF-C59E222F4430}"/>
              </a:ext>
            </a:extLst>
          </p:cNvPr>
          <p:cNvSpPr/>
          <p:nvPr/>
        </p:nvSpPr>
        <p:spPr>
          <a:xfrm>
            <a:off x="2257647" y="1880653"/>
            <a:ext cx="7924800" cy="238943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FragmentManager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fragmentManager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				    getSupportFragmentManager()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FragmentTransaction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fragmentTransaction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			       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fragmentManager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.beginTransaction()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10CF9B">
                    <a:lumMod val="75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MyFragment()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fragmentTransaction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(R.id.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layoutContainer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10CF9B">
                    <a:lumMod val="75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fragmentTransaction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commit()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7A88446-5F46-3F44-B8A4-775D97981740}"/>
              </a:ext>
            </a:extLst>
          </p:cNvPr>
          <p:cNvSpPr txBox="1">
            <a:spLocks/>
          </p:cNvSpPr>
          <p:nvPr/>
        </p:nvSpPr>
        <p:spPr>
          <a:xfrm>
            <a:off x="1946727" y="4428178"/>
            <a:ext cx="8388120" cy="50047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7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95000"/>
                  <a:lumOff val="5000"/>
                </a:prstClr>
              </a:buClr>
              <a:buNone/>
            </a:pPr>
            <a:r>
              <a:rPr lang="en-US" sz="2000" i="1" dirty="0">
                <a:solidFill>
                  <a:prstClr val="black"/>
                </a:solidFill>
                <a:latin typeface="Georgia"/>
              </a:rPr>
              <a:t>Some important methods of </a:t>
            </a:r>
            <a:r>
              <a:rPr lang="en-US" sz="2000" b="1" i="1" dirty="0" err="1">
                <a:solidFill>
                  <a:prstClr val="black"/>
                </a:solidFill>
                <a:latin typeface="Georgia"/>
              </a:rPr>
              <a:t>FragmentTransaction</a:t>
            </a:r>
            <a:r>
              <a:rPr lang="en-US" sz="2000" i="1" dirty="0">
                <a:solidFill>
                  <a:prstClr val="black"/>
                </a:solidFill>
                <a:latin typeface="Georgia"/>
              </a:rPr>
              <a:t>:</a:t>
            </a:r>
            <a:endParaRPr lang="en-US" sz="2000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A87C99-FB1C-FC48-9F1A-3C3E27422776}"/>
              </a:ext>
            </a:extLst>
          </p:cNvPr>
          <p:cNvSpPr txBox="1">
            <a:spLocks/>
          </p:cNvSpPr>
          <p:nvPr/>
        </p:nvSpPr>
        <p:spPr>
          <a:xfrm>
            <a:off x="1952847" y="4852453"/>
            <a:ext cx="2819400" cy="111497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b="1" i="1">
                <a:solidFill>
                  <a:prstClr val="black"/>
                </a:solidFill>
                <a:latin typeface="Georgia"/>
              </a:rPr>
              <a:t>add()</a:t>
            </a:r>
          </a:p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i="1">
                <a:solidFill>
                  <a:prstClr val="black"/>
                </a:solidFill>
                <a:latin typeface="Georgia"/>
              </a:rPr>
              <a:t>attach() – detach()</a:t>
            </a:r>
          </a:p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b="1" i="1">
                <a:solidFill>
                  <a:prstClr val="black"/>
                </a:solidFill>
                <a:latin typeface="Georgia"/>
              </a:rPr>
              <a:t>replace()</a:t>
            </a:r>
            <a:endParaRPr lang="en-US" sz="1900" b="1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6099B8D-A949-3E4F-83AB-0C221CA934E7}"/>
              </a:ext>
            </a:extLst>
          </p:cNvPr>
          <p:cNvSpPr txBox="1">
            <a:spLocks/>
          </p:cNvSpPr>
          <p:nvPr/>
        </p:nvSpPr>
        <p:spPr>
          <a:xfrm>
            <a:off x="4772248" y="4880480"/>
            <a:ext cx="2971799" cy="111497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i="1">
                <a:solidFill>
                  <a:prstClr val="black"/>
                </a:solidFill>
                <a:latin typeface="Georgia"/>
              </a:rPr>
              <a:t>hide() – show()</a:t>
            </a:r>
          </a:p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b="1" i="1">
                <a:solidFill>
                  <a:prstClr val="black"/>
                </a:solidFill>
                <a:latin typeface="Georgia"/>
              </a:rPr>
              <a:t>remove()</a:t>
            </a:r>
          </a:p>
          <a:p>
            <a:pPr marL="452437" indent="-342900">
              <a:lnSpc>
                <a:spcPct val="12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1900" b="1">
                <a:solidFill>
                  <a:prstClr val="black"/>
                </a:solidFill>
                <a:latin typeface="Georgia"/>
              </a:rPr>
              <a:t>addToBackStack()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0649452-29F9-624E-AA53-ACE5C78EABFD}"/>
              </a:ext>
            </a:extLst>
          </p:cNvPr>
          <p:cNvSpPr txBox="1">
            <a:spLocks/>
          </p:cNvSpPr>
          <p:nvPr/>
        </p:nvSpPr>
        <p:spPr>
          <a:xfrm>
            <a:off x="7734951" y="4928653"/>
            <a:ext cx="2523696" cy="1114973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437" indent="-342900">
              <a:lnSpc>
                <a:spcPct val="13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2200" i="1" dirty="0" err="1">
                <a:solidFill>
                  <a:prstClr val="black"/>
                </a:solidFill>
                <a:latin typeface="Georgia"/>
              </a:rPr>
              <a:t>setTransition</a:t>
            </a:r>
            <a:r>
              <a:rPr lang="en-US" sz="2200" i="1" dirty="0">
                <a:solidFill>
                  <a:prstClr val="black"/>
                </a:solidFill>
                <a:latin typeface="Georgia"/>
              </a:rPr>
              <a:t>()</a:t>
            </a:r>
          </a:p>
          <a:p>
            <a:pPr marL="452437" indent="-342900">
              <a:lnSpc>
                <a:spcPct val="13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ü"/>
            </a:pPr>
            <a:r>
              <a:rPr lang="en-US" sz="2200" b="1" i="1" dirty="0">
                <a:solidFill>
                  <a:prstClr val="black"/>
                </a:solidFill>
                <a:latin typeface="Georgia"/>
              </a:rPr>
              <a:t>Commit()</a:t>
            </a:r>
          </a:p>
          <a:p>
            <a:pPr marL="109537" indent="0">
              <a:lnSpc>
                <a:spcPct val="130000"/>
              </a:lnSpc>
              <a:spcBef>
                <a:spcPts val="0"/>
              </a:spcBef>
              <a:buClr>
                <a:prstClr val="black">
                  <a:lumMod val="95000"/>
                  <a:lumOff val="5000"/>
                </a:prstClr>
              </a:buClr>
              <a:buFont typeface="Georgia"/>
              <a:buNone/>
            </a:pPr>
            <a:r>
              <a:rPr lang="en-US" sz="2200" b="1" i="1" dirty="0">
                <a:solidFill>
                  <a:prstClr val="black"/>
                </a:solidFill>
                <a:latin typeface="Georgi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856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Exercise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EEF4078-FBC2-E846-A654-7F678F8EEF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02"/>
          <a:stretch/>
        </p:blipFill>
        <p:spPr>
          <a:xfrm>
            <a:off x="3047243" y="1167071"/>
            <a:ext cx="2399840" cy="502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9BBE1E-4069-5447-8A2E-1C53067174E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02"/>
          <a:stretch/>
        </p:blipFill>
        <p:spPr>
          <a:xfrm>
            <a:off x="6700875" y="1167071"/>
            <a:ext cx="239983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Exercise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457C1C9-8EB7-3344-A2A8-375495F6C0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9" b="32262"/>
          <a:stretch/>
        </p:blipFill>
        <p:spPr>
          <a:xfrm>
            <a:off x="1913465" y="1357425"/>
            <a:ext cx="8478397" cy="407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9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Present the </a:t>
            </a:r>
            <a:r>
              <a:rPr lang="en-US" sz="2800" dirty="0" smtClean="0">
                <a:latin typeface="Cambria" panose="02040503050406030204" pitchFamily="18" charset="0"/>
              </a:rPr>
              <a:t>advantages </a:t>
            </a:r>
            <a:r>
              <a:rPr lang="en-US" sz="2800" dirty="0">
                <a:latin typeface="Cambria" panose="02040503050406030204" pitchFamily="18" charset="0"/>
              </a:rPr>
              <a:t>of Fragments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Present Fragment Life Cycle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Q3: Demonstrate how to present Building Fragments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Q4: Demonstrate how to Use Fragment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2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Assets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Shared </a:t>
            </a:r>
            <a:r>
              <a:rPr lang="en-US" sz="2800" i="1" dirty="0">
                <a:solidFill>
                  <a:prstClr val="black"/>
                </a:solidFill>
                <a:latin typeface="Georgia"/>
              </a:rPr>
              <a:t>Preferences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SQLite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Content Provider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529</Words>
  <Application>Microsoft Office PowerPoint</Application>
  <PresentationFormat>Widescreen</PresentationFormat>
  <Paragraphs>143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Times New Roman</vt:lpstr>
      <vt:lpstr>Arial</vt:lpstr>
      <vt:lpstr>Lato Black</vt:lpstr>
      <vt:lpstr>Lato</vt:lpstr>
      <vt:lpstr>Calibri</vt:lpstr>
      <vt:lpstr>Wingdings</vt:lpstr>
      <vt:lpstr>Cambria</vt:lpstr>
      <vt:lpstr>Georgia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443</cp:revision>
  <dcterms:created xsi:type="dcterms:W3CDTF">2022-12-02T04:21:00Z</dcterms:created>
  <dcterms:modified xsi:type="dcterms:W3CDTF">2024-02-17T11:07:54Z</dcterms:modified>
</cp:coreProperties>
</file>