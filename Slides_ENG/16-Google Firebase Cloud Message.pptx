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0"/>
  </p:notesMasterIdLst>
  <p:sldIdLst>
    <p:sldId id="256" r:id="rId3"/>
    <p:sldId id="267" r:id="rId4"/>
    <p:sldId id="281" r:id="rId5"/>
    <p:sldId id="428" r:id="rId6"/>
    <p:sldId id="359" r:id="rId7"/>
    <p:sldId id="308" r:id="rId8"/>
    <p:sldId id="269" r:id="rId9"/>
  </p:sldIdLst>
  <p:sldSz cx="12192000" cy="6858000"/>
  <p:notesSz cx="6858000" cy="9144000"/>
  <p:embeddedFontLs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Georgia" panose="02040502050405020303" pitchFamily="18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Lato Black" panose="020F0502020204030203" pitchFamily="34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5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15" autoAdjust="0"/>
    <p:restoredTop sz="93195" autoAdjust="0"/>
  </p:normalViewPr>
  <p:slideViewPr>
    <p:cSldViewPr snapToGrid="0">
      <p:cViewPr varScale="1">
        <p:scale>
          <a:sx n="61" d="100"/>
          <a:sy n="61" d="100"/>
        </p:scale>
        <p:origin x="518" y="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9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9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67F2E265-0669-DA7D-1A0C-13F99E6E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A687134-816A-3BD6-C555-7BCC2459A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F18A7444-853D-0294-3A18-56E4E2BE1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362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395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duythanh.com/category/firebas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duythanh.com/2018/10/15/phat-trien-ung-dung-co-so-du-lieu-thoi-gian-thuc-voi-firebase-phan-5/" TargetMode="External"/><Relationship Id="rId3" Type="http://schemas.openxmlformats.org/officeDocument/2006/relationships/hyperlink" Target="https://firebase.google.com/docs/database" TargetMode="External"/><Relationship Id="rId7" Type="http://schemas.openxmlformats.org/officeDocument/2006/relationships/hyperlink" Target="https://tranduythanh.com/2018/10/15/phat-trien-ung-dung-co-so-du-lieu-thoi-gian-thuc-voi-firebase-phan-4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anduythanh.com/2018/10/15/phat-trien-ung-dung-co-so-du-lieu-thoi-gian-thuc-voi-firebase-phan-3/" TargetMode="External"/><Relationship Id="rId5" Type="http://schemas.openxmlformats.org/officeDocument/2006/relationships/hyperlink" Target="https://tranduythanh.com/2018/10/13/phat-trien-ung-dung-co-so-du-lieu-thoi-gian-thuc-voi-firebase-phan-2/" TargetMode="External"/><Relationship Id="rId4" Type="http://schemas.openxmlformats.org/officeDocument/2006/relationships/hyperlink" Target="https://tranduythanh.com/2018/10/11/phat-trien-ung-dung-co-so-du-lieu-thoi-gian-thuc-voi-firebase-phan-1/" TargetMode="Externa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Development</a:t>
            </a:r>
          </a:p>
          <a:p>
            <a:pPr>
              <a:defRPr/>
            </a:pPr>
            <a:r>
              <a:rPr lang="en-US" sz="32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Firebase Cloud Messaging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Students know advantages of Firebase realtime Database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Create Firebase Account and Firebase realtime Database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Connect Android App to Firebase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Read List from Firebase Realtime Database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Insert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Read Single data from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Update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Delete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the instruction: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https://tranduythanh.com/category/firebase/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Connect App to Firebase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 the Realtime Database to App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 List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Insert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 Single data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Update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Delete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C1AE19A-2731-E6F4-E862-A2AF206D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86E4667-54AD-8811-0823-1D4A51A943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A61855D-FD14-9DD6-0701-EF890F528A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1D50E0-C9CB-9419-A2E7-4EA7291A87A4}"/>
              </a:ext>
            </a:extLst>
          </p:cNvPr>
          <p:cNvGrpSpPr/>
          <p:nvPr/>
        </p:nvGrpSpPr>
        <p:grpSpPr>
          <a:xfrm>
            <a:off x="199697" y="285531"/>
            <a:ext cx="7350634" cy="508000"/>
            <a:chOff x="789624" y="1191463"/>
            <a:chExt cx="7350634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FD3A7CCC-9965-A556-00F3-CDA9CD83523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7149659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Introduction Firebase Realtime Database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75B1B7A4-1690-7082-E0AB-9AE87CDD74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745A6B68-C0D7-0884-DE53-D62EBDB3335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BC23E229-DBD1-4DDF-816B-FF757B2F66E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CA1CF49E-DE72-CDF7-5E6F-6404F075383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9FBDF5-EC1D-CEFF-4BDD-7B74034BEB51}"/>
              </a:ext>
            </a:extLst>
          </p:cNvPr>
          <p:cNvSpPr txBox="1"/>
          <p:nvPr/>
        </p:nvSpPr>
        <p:spPr>
          <a:xfrm>
            <a:off x="528207" y="1190045"/>
            <a:ext cx="66822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Firebase Realtime Database is a cloud-hosted database. Data is stored as JSON and synchronized in realtime to every connected client. When you build cross-platform apps with our Apple platforms, Android, and JavaScript SDKs, all of your clients share one Realtime Database instance and automatically receive updates with the newest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1173E-4EE7-3857-9537-E42CBB29DC8B}"/>
              </a:ext>
            </a:extLst>
          </p:cNvPr>
          <p:cNvSpPr txBox="1"/>
          <p:nvPr/>
        </p:nvSpPr>
        <p:spPr>
          <a:xfrm>
            <a:off x="580953" y="4168340"/>
            <a:ext cx="8016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More Reading: </a:t>
            </a:r>
            <a:r>
              <a:rPr lang="en-US" sz="2400">
                <a:hlinkClick r:id="rId3"/>
              </a:rPr>
              <a:t>https://firebase.google.com/docs/database</a:t>
            </a:r>
            <a:r>
              <a:rPr lang="en-US" sz="240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CE77F-E2C8-C2BF-7C4E-CB964D86A13B}"/>
              </a:ext>
            </a:extLst>
          </p:cNvPr>
          <p:cNvSpPr txBox="1"/>
          <p:nvPr/>
        </p:nvSpPr>
        <p:spPr>
          <a:xfrm>
            <a:off x="580953" y="4842035"/>
            <a:ext cx="106971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hlinkClick r:id="rId4"/>
              </a:rPr>
              <a:t>https://tranduythanh.com/2018/10/11/phat-trien-ung-dung-co-so-du-lieu-thoi-gian-thuc-voi-firebase-phan-1/</a:t>
            </a:r>
            <a:endParaRPr lang="en-US" sz="1600"/>
          </a:p>
          <a:p>
            <a:r>
              <a:rPr lang="en-US" sz="1600">
                <a:hlinkClick r:id="rId5"/>
              </a:rPr>
              <a:t>https://tranduythanh.com/2018/10/13/phat-trien-ung-dung-co-so-du-lieu-thoi-gian-thuc-voi-firebase-phan-2/</a:t>
            </a:r>
            <a:endParaRPr lang="en-US" sz="1600"/>
          </a:p>
          <a:p>
            <a:r>
              <a:rPr lang="en-US" sz="1600">
                <a:hlinkClick r:id="rId6"/>
              </a:rPr>
              <a:t>https://tranduythanh.com/2018/10/15/phat-trien-ung-dung-co-so-du-lieu-thoi-gian-thuc-voi-firebase-phan-3/</a:t>
            </a:r>
            <a:endParaRPr lang="en-US" sz="1600"/>
          </a:p>
          <a:p>
            <a:r>
              <a:rPr lang="en-US" sz="1600">
                <a:hlinkClick r:id="rId7"/>
              </a:rPr>
              <a:t>https://tranduythanh.com/2018/10/15/phat-trien-ung-dung-co-so-du-lieu-thoi-gian-thuc-voi-firebase-phan-4/</a:t>
            </a:r>
            <a:endParaRPr lang="en-US" sz="1600"/>
          </a:p>
          <a:p>
            <a:r>
              <a:rPr lang="en-US" sz="1600">
                <a:hlinkClick r:id="rId8"/>
              </a:rPr>
              <a:t>https://tranduythanh.com/2018/10/15/phat-trien-ung-dung-co-so-du-lieu-thoi-gian-thuc-voi-firebase-phan-5/</a:t>
            </a:r>
            <a:endParaRPr lang="en-US" sz="1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93699A-2397-1B18-358C-7A5966788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3" y="1050671"/>
            <a:ext cx="4853913" cy="274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75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Q1: What are the advantages of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Q2: How to create Firebase account?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Q3: How to connect Mobile to Firebase?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Q4: How to Select list data from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Q5: How to Single data from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Q6: How to Update data for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Q7: How to Delete data from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80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062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>
                <a:solidFill>
                  <a:prstClr val="black"/>
                </a:solidFill>
                <a:latin typeface="Georgia"/>
              </a:rPr>
              <a:t>Google Firebase Cloud Messaging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375</Words>
  <Application>Microsoft Office PowerPoint</Application>
  <PresentationFormat>Widescreen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Wingdings</vt:lpstr>
      <vt:lpstr>Lato</vt:lpstr>
      <vt:lpstr>Arial</vt:lpstr>
      <vt:lpstr>Georgia</vt:lpstr>
      <vt:lpstr>Cambria</vt:lpstr>
      <vt:lpstr>Lato Black</vt:lpstr>
      <vt:lpstr>Times New Roman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Trần Duy Thanh</cp:lastModifiedBy>
  <cp:revision>691</cp:revision>
  <dcterms:created xsi:type="dcterms:W3CDTF">2022-12-02T04:21:00Z</dcterms:created>
  <dcterms:modified xsi:type="dcterms:W3CDTF">2024-02-20T14:26:05Z</dcterms:modified>
</cp:coreProperties>
</file>