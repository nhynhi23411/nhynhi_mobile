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9"/>
  </p:notesMasterIdLst>
  <p:sldIdLst>
    <p:sldId id="256" r:id="rId3"/>
    <p:sldId id="267" r:id="rId4"/>
    <p:sldId id="281" r:id="rId5"/>
    <p:sldId id="359" r:id="rId6"/>
    <p:sldId id="308" r:id="rId7"/>
    <p:sldId id="269" r:id="rId8"/>
  </p:sldIdLst>
  <p:sldSz cx="12192000" cy="6858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Georgia" panose="02040502050405020303" pitchFamily="18" charset="0"/>
      <p:regular r:id="rId18"/>
      <p:bold r:id="rId19"/>
      <p:italic r:id="rId20"/>
      <p:boldItalic r:id="rId21"/>
    </p:embeddedFont>
    <p:embeddedFont>
      <p:font typeface="Lato" panose="020B0604020202020204" charset="0"/>
      <p:regular r:id="rId22"/>
      <p:bold r:id="rId23"/>
      <p:italic r:id="rId24"/>
      <p:boldItalic r:id="rId25"/>
    </p:embeddedFont>
    <p:embeddedFont>
      <p:font typeface="Lato Black" panose="020B0604020202020204" charset="0"/>
      <p:bold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2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15" autoAdjust="0"/>
    <p:restoredTop sz="89605" autoAdjust="0"/>
  </p:normalViewPr>
  <p:slideViewPr>
    <p:cSldViewPr snapToGrid="0">
      <p:cViewPr varScale="1">
        <p:scale>
          <a:sx n="112" d="100"/>
          <a:sy n="112" d="100"/>
        </p:scale>
        <p:origin x="355" y="9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12.fntdata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9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95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5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395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312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9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03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33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90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02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</a:t>
            </a:r>
            <a:r>
              <a:rPr lang="en-US" sz="320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>
              <a:defRPr/>
            </a:pPr>
            <a:r>
              <a:rPr lang="en-US" sz="32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Multi-Threading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Thanh,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endParaRPr lang="en-US" sz="22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Phuc</a:t>
            </a:r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Lesson Objective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understand Broadcast Receiver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unregister a Broadcast Receiver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Broadcast Receiver for listening Wi-Fi changing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Broadcast Receiver for listening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SMS coming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custom Broadcast Receiver</a:t>
            </a: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Broadcast Receiver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Broadcast Receiver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Broadcast Receiver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Outlines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7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Discussions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Q1: </a:t>
            </a:r>
            <a:r>
              <a:rPr lang="en-US" sz="2800" dirty="0" smtClean="0">
                <a:latin typeface="Cambria" panose="02040503050406030204" pitchFamily="18" charset="0"/>
              </a:rPr>
              <a:t>What are advantages of Broadcast Receiver?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Q2: </a:t>
            </a:r>
            <a:r>
              <a:rPr lang="en-US" sz="2800" dirty="0" smtClean="0">
                <a:latin typeface="Cambria" panose="02040503050406030204" pitchFamily="18" charset="0"/>
              </a:rPr>
              <a:t>How to listen Wi-Fi changing?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Q3: </a:t>
            </a:r>
            <a:r>
              <a:rPr lang="en-US" sz="2800" dirty="0">
                <a:latin typeface="Cambria" panose="02040503050406030204" pitchFamily="18" charset="0"/>
              </a:rPr>
              <a:t>How to listen </a:t>
            </a:r>
            <a:r>
              <a:rPr lang="en-US" sz="2800" dirty="0" smtClean="0">
                <a:latin typeface="Cambria" panose="02040503050406030204" pitchFamily="18" charset="0"/>
              </a:rPr>
              <a:t>SMS coming?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Q4: How to do custom Broadcast Receiver?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Q5: What are different between registering Broadcast Receiver in Manifest and Java Code?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06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Next Lesson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26709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smtClean="0">
                <a:solidFill>
                  <a:prstClr val="black"/>
                </a:solidFill>
                <a:latin typeface="Georgia"/>
              </a:rPr>
              <a:t>Internet Services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3195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96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144</Words>
  <Application>Microsoft Office PowerPoint</Application>
  <PresentationFormat>Widescreen</PresentationFormat>
  <Paragraphs>36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Cambria</vt:lpstr>
      <vt:lpstr>Calibri</vt:lpstr>
      <vt:lpstr>Wingdings</vt:lpstr>
      <vt:lpstr>Georgia</vt:lpstr>
      <vt:lpstr>Lato</vt:lpstr>
      <vt:lpstr>Lato Black</vt:lpstr>
      <vt:lpstr>Times New Roman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thanhtd</cp:lastModifiedBy>
  <cp:revision>562</cp:revision>
  <dcterms:created xsi:type="dcterms:W3CDTF">2022-12-02T04:21:00Z</dcterms:created>
  <dcterms:modified xsi:type="dcterms:W3CDTF">2024-02-18T10:04:30Z</dcterms:modified>
</cp:coreProperties>
</file>